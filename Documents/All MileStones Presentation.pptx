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9" r:id="rId4"/>
    <p:sldId id="270" r:id="rId5"/>
    <p:sldId id="272" r:id="rId6"/>
    <p:sldId id="273" r:id="rId7"/>
    <p:sldId id="271" r:id="rId8"/>
    <p:sldId id="274" r:id="rId9"/>
    <p:sldId id="275" r:id="rId10"/>
    <p:sldId id="276" r:id="rId11"/>
    <p:sldId id="264" r:id="rId12"/>
    <p:sldId id="277" r:id="rId13"/>
    <p:sldId id="278" r:id="rId14"/>
    <p:sldId id="279" r:id="rId15"/>
    <p:sldId id="266" r:id="rId16"/>
    <p:sldId id="265" r:id="rId17"/>
    <p:sldId id="257" r:id="rId18"/>
    <p:sldId id="25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6B4EE2-C863-47F0-A2DC-A05BB97348D1}" v="17" dt="2025-11-21T08:52:49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ha muddanaboina" userId="f39c20a36daffd24" providerId="LiveId" clId="{53F14C23-AF38-457D-B849-95AFE2F1C528}"/>
    <pc:docChg chg="undo custSel addSld delSld modSld">
      <pc:chgData name="geetha muddanaboina" userId="f39c20a36daffd24" providerId="LiveId" clId="{53F14C23-AF38-457D-B849-95AFE2F1C528}" dt="2025-11-21T12:33:39.215" v="1907" actId="47"/>
      <pc:docMkLst>
        <pc:docMk/>
      </pc:docMkLst>
      <pc:sldChg chg="addSp delSp modSp mod">
        <pc:chgData name="geetha muddanaboina" userId="f39c20a36daffd24" providerId="LiveId" clId="{53F14C23-AF38-457D-B849-95AFE2F1C528}" dt="2025-11-21T08:33:02.069" v="1261" actId="6549"/>
        <pc:sldMkLst>
          <pc:docMk/>
          <pc:sldMk cId="0" sldId="256"/>
        </pc:sldMkLst>
        <pc:spChg chg="mod">
          <ac:chgData name="geetha muddanaboina" userId="f39c20a36daffd24" providerId="LiveId" clId="{53F14C23-AF38-457D-B849-95AFE2F1C528}" dt="2025-11-21T08:27:29.590" v="99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geetha muddanaboina" userId="f39c20a36daffd24" providerId="LiveId" clId="{53F14C23-AF38-457D-B849-95AFE2F1C528}" dt="2025-11-21T08:33:02.069" v="1261" actId="6549"/>
          <ac:spMkLst>
            <pc:docMk/>
            <pc:sldMk cId="0" sldId="256"/>
            <ac:spMk id="3" creationId="{00000000-0000-0000-0000-000000000000}"/>
          </ac:spMkLst>
        </pc:spChg>
        <pc:picChg chg="add del mod">
          <ac:chgData name="geetha muddanaboina" userId="f39c20a36daffd24" providerId="LiveId" clId="{53F14C23-AF38-457D-B849-95AFE2F1C528}" dt="2025-11-21T08:28:52.006" v="1025" actId="478"/>
          <ac:picMkLst>
            <pc:docMk/>
            <pc:sldMk cId="0" sldId="256"/>
            <ac:picMk id="5" creationId="{84B0254C-14AF-C9F5-A565-56A94D04A274}"/>
          </ac:picMkLst>
        </pc:picChg>
        <pc:picChg chg="add mod">
          <ac:chgData name="geetha muddanaboina" userId="f39c20a36daffd24" providerId="LiveId" clId="{53F14C23-AF38-457D-B849-95AFE2F1C528}" dt="2025-11-21T08:31:39.353" v="1234" actId="1076"/>
          <ac:picMkLst>
            <pc:docMk/>
            <pc:sldMk cId="0" sldId="256"/>
            <ac:picMk id="6" creationId="{26AC687F-0B68-5F8E-9401-DC8D811D71CB}"/>
          </ac:picMkLst>
        </pc:picChg>
      </pc:sldChg>
      <pc:sldChg chg="addSp delSp modSp mod">
        <pc:chgData name="geetha muddanaboina" userId="f39c20a36daffd24" providerId="LiveId" clId="{53F14C23-AF38-457D-B849-95AFE2F1C528}" dt="2025-11-19T14:02:52.664" v="524" actId="20577"/>
        <pc:sldMkLst>
          <pc:docMk/>
          <pc:sldMk cId="0" sldId="257"/>
        </pc:sldMkLst>
        <pc:spChg chg="mod">
          <ac:chgData name="geetha muddanaboina" userId="f39c20a36daffd24" providerId="LiveId" clId="{53F14C23-AF38-457D-B849-95AFE2F1C528}" dt="2025-11-19T14:01:05.969" v="398" actId="107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geetha muddanaboina" userId="f39c20a36daffd24" providerId="LiveId" clId="{53F14C23-AF38-457D-B849-95AFE2F1C528}" dt="2025-11-19T14:02:52.664" v="524" actId="20577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geetha muddanaboina" userId="f39c20a36daffd24" providerId="LiveId" clId="{53F14C23-AF38-457D-B849-95AFE2F1C528}" dt="2025-11-19T14:01:42.430" v="403" actId="1076"/>
          <ac:picMkLst>
            <pc:docMk/>
            <pc:sldMk cId="0" sldId="257"/>
            <ac:picMk id="7" creationId="{6CD69DE6-71ED-5347-C65C-F68BB37EF25D}"/>
          </ac:picMkLst>
        </pc:picChg>
      </pc:sldChg>
      <pc:sldChg chg="modSp mod">
        <pc:chgData name="geetha muddanaboina" userId="f39c20a36daffd24" providerId="LiveId" clId="{53F14C23-AF38-457D-B849-95AFE2F1C528}" dt="2025-11-21T08:23:26.271" v="971" actId="113"/>
        <pc:sldMkLst>
          <pc:docMk/>
          <pc:sldMk cId="0" sldId="258"/>
        </pc:sldMkLst>
        <pc:spChg chg="mod">
          <ac:chgData name="geetha muddanaboina" userId="f39c20a36daffd24" providerId="LiveId" clId="{53F14C23-AF38-457D-B849-95AFE2F1C528}" dt="2025-11-21T08:21:34.363" v="715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geetha muddanaboina" userId="f39c20a36daffd24" providerId="LiveId" clId="{53F14C23-AF38-457D-B849-95AFE2F1C528}" dt="2025-11-21T08:23:26.271" v="971" actId="113"/>
          <ac:spMkLst>
            <pc:docMk/>
            <pc:sldMk cId="0" sldId="258"/>
            <ac:spMk id="3" creationId="{00000000-0000-0000-0000-000000000000}"/>
          </ac:spMkLst>
        </pc:spChg>
      </pc:sldChg>
      <pc:sldChg chg="modSp del mod">
        <pc:chgData name="geetha muddanaboina" userId="f39c20a36daffd24" providerId="LiveId" clId="{53F14C23-AF38-457D-B849-95AFE2F1C528}" dt="2025-11-21T12:33:39.215" v="1907" actId="47"/>
        <pc:sldMkLst>
          <pc:docMk/>
          <pc:sldMk cId="0" sldId="259"/>
        </pc:sldMkLst>
        <pc:spChg chg="mod">
          <ac:chgData name="geetha muddanaboina" userId="f39c20a36daffd24" providerId="LiveId" clId="{53F14C23-AF38-457D-B849-95AFE2F1C528}" dt="2025-11-21T12:33:21.853" v="1906" actId="20577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geetha muddanaboina" userId="f39c20a36daffd24" providerId="LiveId" clId="{53F14C23-AF38-457D-B849-95AFE2F1C528}" dt="2025-11-21T12:33:10.143" v="1901" actId="47"/>
        <pc:sldMkLst>
          <pc:docMk/>
          <pc:sldMk cId="0" sldId="260"/>
        </pc:sldMkLst>
      </pc:sldChg>
      <pc:sldChg chg="del">
        <pc:chgData name="geetha muddanaboina" userId="f39c20a36daffd24" providerId="LiveId" clId="{53F14C23-AF38-457D-B849-95AFE2F1C528}" dt="2025-11-21T12:33:07.203" v="1900" actId="47"/>
        <pc:sldMkLst>
          <pc:docMk/>
          <pc:sldMk cId="0" sldId="261"/>
        </pc:sldMkLst>
      </pc:sldChg>
      <pc:sldChg chg="del">
        <pc:chgData name="geetha muddanaboina" userId="f39c20a36daffd24" providerId="LiveId" clId="{53F14C23-AF38-457D-B849-95AFE2F1C528}" dt="2025-11-21T12:33:05.369" v="1899" actId="47"/>
        <pc:sldMkLst>
          <pc:docMk/>
          <pc:sldMk cId="0" sldId="262"/>
        </pc:sldMkLst>
      </pc:sldChg>
      <pc:sldChg chg="del">
        <pc:chgData name="geetha muddanaboina" userId="f39c20a36daffd24" providerId="LiveId" clId="{53F14C23-AF38-457D-B849-95AFE2F1C528}" dt="2025-11-21T12:33:03.892" v="1898" actId="47"/>
        <pc:sldMkLst>
          <pc:docMk/>
          <pc:sldMk cId="0" sldId="263"/>
        </pc:sldMkLst>
      </pc:sldChg>
      <pc:sldChg chg="add">
        <pc:chgData name="geetha muddanaboina" userId="f39c20a36daffd24" providerId="LiveId" clId="{53F14C23-AF38-457D-B849-95AFE2F1C528}" dt="2025-11-21T08:52:12.726" v="1894"/>
        <pc:sldMkLst>
          <pc:docMk/>
          <pc:sldMk cId="0" sldId="264"/>
        </pc:sldMkLst>
      </pc:sldChg>
      <pc:sldChg chg="addSp modSp add mod">
        <pc:chgData name="geetha muddanaboina" userId="f39c20a36daffd24" providerId="LiveId" clId="{53F14C23-AF38-457D-B849-95AFE2F1C528}" dt="2025-11-19T13:57:19.128" v="267" actId="1076"/>
        <pc:sldMkLst>
          <pc:docMk/>
          <pc:sldMk cId="81674394" sldId="265"/>
        </pc:sldMkLst>
        <pc:spChg chg="mod">
          <ac:chgData name="geetha muddanaboina" userId="f39c20a36daffd24" providerId="LiveId" clId="{53F14C23-AF38-457D-B849-95AFE2F1C528}" dt="2025-11-19T13:57:04.818" v="264" actId="20577"/>
          <ac:spMkLst>
            <pc:docMk/>
            <pc:sldMk cId="81674394" sldId="265"/>
            <ac:spMk id="3" creationId="{B04B5B59-5ABD-0E4E-B1E3-8F8207DEBFB1}"/>
          </ac:spMkLst>
        </pc:spChg>
        <pc:picChg chg="add mod">
          <ac:chgData name="geetha muddanaboina" userId="f39c20a36daffd24" providerId="LiveId" clId="{53F14C23-AF38-457D-B849-95AFE2F1C528}" dt="2025-11-19T13:57:19.128" v="267" actId="1076"/>
          <ac:picMkLst>
            <pc:docMk/>
            <pc:sldMk cId="81674394" sldId="265"/>
            <ac:picMk id="5" creationId="{E3AEF11E-9E5B-E643-3506-FF0FB72C5BA0}"/>
          </ac:picMkLst>
        </pc:picChg>
      </pc:sldChg>
      <pc:sldChg chg="add">
        <pc:chgData name="geetha muddanaboina" userId="f39c20a36daffd24" providerId="LiveId" clId="{53F14C23-AF38-457D-B849-95AFE2F1C528}" dt="2025-11-21T08:25:50.692" v="972" actId="2890"/>
        <pc:sldMkLst>
          <pc:docMk/>
          <pc:sldMk cId="2772578611" sldId="266"/>
        </pc:sldMkLst>
      </pc:sldChg>
      <pc:sldChg chg="addSp delSp modSp add mod">
        <pc:chgData name="geetha muddanaboina" userId="f39c20a36daffd24" providerId="LiveId" clId="{53F14C23-AF38-457D-B849-95AFE2F1C528}" dt="2025-11-21T08:34:23.075" v="1350" actId="20577"/>
        <pc:sldMkLst>
          <pc:docMk/>
          <pc:sldMk cId="2490574284" sldId="267"/>
        </pc:sldMkLst>
        <pc:spChg chg="mod">
          <ac:chgData name="geetha muddanaboina" userId="f39c20a36daffd24" providerId="LiveId" clId="{53F14C23-AF38-457D-B849-95AFE2F1C528}" dt="2025-11-21T08:34:23.075" v="1350" actId="20577"/>
          <ac:spMkLst>
            <pc:docMk/>
            <pc:sldMk cId="2490574284" sldId="267"/>
            <ac:spMk id="3" creationId="{CBF6F9AF-EE22-8C87-3C8A-8D7511779CA1}"/>
          </ac:spMkLst>
        </pc:spChg>
        <pc:picChg chg="add mod">
          <ac:chgData name="geetha muddanaboina" userId="f39c20a36daffd24" providerId="LiveId" clId="{53F14C23-AF38-457D-B849-95AFE2F1C528}" dt="2025-11-21T08:32:40.708" v="1242" actId="1076"/>
          <ac:picMkLst>
            <pc:docMk/>
            <pc:sldMk cId="2490574284" sldId="267"/>
            <ac:picMk id="5" creationId="{A6095661-6660-CC02-DA9C-CC72D94EDDC8}"/>
          </ac:picMkLst>
        </pc:picChg>
        <pc:picChg chg="del">
          <ac:chgData name="geetha muddanaboina" userId="f39c20a36daffd24" providerId="LiveId" clId="{53F14C23-AF38-457D-B849-95AFE2F1C528}" dt="2025-11-21T08:32:22.065" v="1236" actId="478"/>
          <ac:picMkLst>
            <pc:docMk/>
            <pc:sldMk cId="2490574284" sldId="267"/>
            <ac:picMk id="6" creationId="{3FA572E6-5D47-6AE1-F9E6-CF25C6351425}"/>
          </ac:picMkLst>
        </pc:picChg>
      </pc:sldChg>
      <pc:sldChg chg="new del">
        <pc:chgData name="geetha muddanaboina" userId="f39c20a36daffd24" providerId="LiveId" clId="{53F14C23-AF38-457D-B849-95AFE2F1C528}" dt="2025-11-21T08:35:52.932" v="1353" actId="47"/>
        <pc:sldMkLst>
          <pc:docMk/>
          <pc:sldMk cId="1163346227" sldId="268"/>
        </pc:sldMkLst>
      </pc:sldChg>
      <pc:sldChg chg="addSp delSp modSp add mod">
        <pc:chgData name="geetha muddanaboina" userId="f39c20a36daffd24" providerId="LiveId" clId="{53F14C23-AF38-457D-B849-95AFE2F1C528}" dt="2025-11-21T08:39:18.040" v="1608" actId="20577"/>
        <pc:sldMkLst>
          <pc:docMk/>
          <pc:sldMk cId="640256231" sldId="269"/>
        </pc:sldMkLst>
        <pc:spChg chg="mod">
          <ac:chgData name="geetha muddanaboina" userId="f39c20a36daffd24" providerId="LiveId" clId="{53F14C23-AF38-457D-B849-95AFE2F1C528}" dt="2025-11-21T08:39:18.040" v="1608" actId="20577"/>
          <ac:spMkLst>
            <pc:docMk/>
            <pc:sldMk cId="640256231" sldId="269"/>
            <ac:spMk id="3" creationId="{B85B705A-9114-0557-A5B8-65A45EB0FDF1}"/>
          </ac:spMkLst>
        </pc:spChg>
        <pc:picChg chg="del">
          <ac:chgData name="geetha muddanaboina" userId="f39c20a36daffd24" providerId="LiveId" clId="{53F14C23-AF38-457D-B849-95AFE2F1C528}" dt="2025-11-21T08:35:59.103" v="1354" actId="478"/>
          <ac:picMkLst>
            <pc:docMk/>
            <pc:sldMk cId="640256231" sldId="269"/>
            <ac:picMk id="5" creationId="{8ED6545C-862E-DDCD-18CF-8D09A8721405}"/>
          </ac:picMkLst>
        </pc:picChg>
        <pc:picChg chg="add mod">
          <ac:chgData name="geetha muddanaboina" userId="f39c20a36daffd24" providerId="LiveId" clId="{53F14C23-AF38-457D-B849-95AFE2F1C528}" dt="2025-11-21T08:36:37.226" v="1365" actId="1076"/>
          <ac:picMkLst>
            <pc:docMk/>
            <pc:sldMk cId="640256231" sldId="269"/>
            <ac:picMk id="6" creationId="{C3586A80-0864-306F-98A8-3CD01A8013D0}"/>
          </ac:picMkLst>
        </pc:picChg>
      </pc:sldChg>
      <pc:sldChg chg="addSp delSp modSp add mod">
        <pc:chgData name="geetha muddanaboina" userId="f39c20a36daffd24" providerId="LiveId" clId="{53F14C23-AF38-457D-B849-95AFE2F1C528}" dt="2025-11-21T08:47:52.090" v="1885" actId="27636"/>
        <pc:sldMkLst>
          <pc:docMk/>
          <pc:sldMk cId="1621820207" sldId="270"/>
        </pc:sldMkLst>
        <pc:spChg chg="mod">
          <ac:chgData name="geetha muddanaboina" userId="f39c20a36daffd24" providerId="LiveId" clId="{53F14C23-AF38-457D-B849-95AFE2F1C528}" dt="2025-11-21T08:47:52.090" v="1885" actId="27636"/>
          <ac:spMkLst>
            <pc:docMk/>
            <pc:sldMk cId="1621820207" sldId="270"/>
            <ac:spMk id="3" creationId="{61714168-057A-75D9-0528-653D61398256}"/>
          </ac:spMkLst>
        </pc:spChg>
        <pc:picChg chg="add mod">
          <ac:chgData name="geetha muddanaboina" userId="f39c20a36daffd24" providerId="LiveId" clId="{53F14C23-AF38-457D-B849-95AFE2F1C528}" dt="2025-11-21T08:40:27.889" v="1618" actId="1076"/>
          <ac:picMkLst>
            <pc:docMk/>
            <pc:sldMk cId="1621820207" sldId="270"/>
            <ac:picMk id="5" creationId="{6366E53A-0165-D0FA-4469-1297CBCED36B}"/>
          </ac:picMkLst>
        </pc:picChg>
        <pc:picChg chg="del">
          <ac:chgData name="geetha muddanaboina" userId="f39c20a36daffd24" providerId="LiveId" clId="{53F14C23-AF38-457D-B849-95AFE2F1C528}" dt="2025-11-21T08:40:00.913" v="1610" actId="478"/>
          <ac:picMkLst>
            <pc:docMk/>
            <pc:sldMk cId="1621820207" sldId="270"/>
            <ac:picMk id="6" creationId="{6039D3CE-6E21-18F4-99E4-D19A0B50535C}"/>
          </ac:picMkLst>
        </pc:picChg>
      </pc:sldChg>
      <pc:sldChg chg="add del">
        <pc:chgData name="geetha muddanaboina" userId="f39c20a36daffd24" providerId="LiveId" clId="{53F14C23-AF38-457D-B849-95AFE2F1C528}" dt="2025-11-21T08:50:18.067" v="1888" actId="47"/>
        <pc:sldMkLst>
          <pc:docMk/>
          <pc:sldMk cId="368864196" sldId="271"/>
        </pc:sldMkLst>
      </pc:sldChg>
      <pc:sldChg chg="add">
        <pc:chgData name="geetha muddanaboina" userId="f39c20a36daffd24" providerId="LiveId" clId="{53F14C23-AF38-457D-B849-95AFE2F1C528}" dt="2025-11-21T08:50:59.212" v="1890"/>
        <pc:sldMkLst>
          <pc:docMk/>
          <pc:sldMk cId="1051310605" sldId="271"/>
        </pc:sldMkLst>
      </pc:sldChg>
      <pc:sldChg chg="add">
        <pc:chgData name="geetha muddanaboina" userId="f39c20a36daffd24" providerId="LiveId" clId="{53F14C23-AF38-457D-B849-95AFE2F1C528}" dt="2025-11-21T08:50:11.548" v="1887"/>
        <pc:sldMkLst>
          <pc:docMk/>
          <pc:sldMk cId="0" sldId="272"/>
        </pc:sldMkLst>
      </pc:sldChg>
      <pc:sldChg chg="add">
        <pc:chgData name="geetha muddanaboina" userId="f39c20a36daffd24" providerId="LiveId" clId="{53F14C23-AF38-457D-B849-95AFE2F1C528}" dt="2025-11-21T08:50:40.864" v="1889"/>
        <pc:sldMkLst>
          <pc:docMk/>
          <pc:sldMk cId="0" sldId="273"/>
        </pc:sldMkLst>
      </pc:sldChg>
      <pc:sldChg chg="add">
        <pc:chgData name="geetha muddanaboina" userId="f39c20a36daffd24" providerId="LiveId" clId="{53F14C23-AF38-457D-B849-95AFE2F1C528}" dt="2025-11-21T08:51:14.084" v="1891"/>
        <pc:sldMkLst>
          <pc:docMk/>
          <pc:sldMk cId="0" sldId="274"/>
        </pc:sldMkLst>
      </pc:sldChg>
      <pc:sldChg chg="add">
        <pc:chgData name="geetha muddanaboina" userId="f39c20a36daffd24" providerId="LiveId" clId="{53F14C23-AF38-457D-B849-95AFE2F1C528}" dt="2025-11-21T08:51:44.655" v="1892"/>
        <pc:sldMkLst>
          <pc:docMk/>
          <pc:sldMk cId="0" sldId="275"/>
        </pc:sldMkLst>
      </pc:sldChg>
      <pc:sldChg chg="add">
        <pc:chgData name="geetha muddanaboina" userId="f39c20a36daffd24" providerId="LiveId" clId="{53F14C23-AF38-457D-B849-95AFE2F1C528}" dt="2025-11-21T08:52:00.950" v="1893"/>
        <pc:sldMkLst>
          <pc:docMk/>
          <pc:sldMk cId="3683368447" sldId="276"/>
        </pc:sldMkLst>
      </pc:sldChg>
      <pc:sldChg chg="add">
        <pc:chgData name="geetha muddanaboina" userId="f39c20a36daffd24" providerId="LiveId" clId="{53F14C23-AF38-457D-B849-95AFE2F1C528}" dt="2025-11-21T08:52:23.322" v="1895"/>
        <pc:sldMkLst>
          <pc:docMk/>
          <pc:sldMk cId="0" sldId="277"/>
        </pc:sldMkLst>
      </pc:sldChg>
      <pc:sldChg chg="add">
        <pc:chgData name="geetha muddanaboina" userId="f39c20a36daffd24" providerId="LiveId" clId="{53F14C23-AF38-457D-B849-95AFE2F1C528}" dt="2025-11-21T08:52:38.229" v="1896"/>
        <pc:sldMkLst>
          <pc:docMk/>
          <pc:sldMk cId="0" sldId="278"/>
        </pc:sldMkLst>
      </pc:sldChg>
      <pc:sldChg chg="add">
        <pc:chgData name="geetha muddanaboina" userId="f39c20a36daffd24" providerId="LiveId" clId="{53F14C23-AF38-457D-B849-95AFE2F1C528}" dt="2025-11-21T08:52:49.464" v="1897"/>
        <pc:sldMkLst>
          <pc:docMk/>
          <pc:sldMk cId="0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MILESTONE - 1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476" y="1318645"/>
            <a:ext cx="4365524" cy="481299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User registration: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This is the user registration form.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Here user can input his name mail id and password.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After giving all credentials he can click the register button.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AC687F-0B68-5F8E-9401-DC8D811D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901" y="1958115"/>
            <a:ext cx="4365525" cy="32809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46844-721F-A433-9F05-FC5AA8D9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F996-96BC-235C-890F-E4B9F7F12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MILESTONE - 1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6F9AF-EE22-8C87-3C8A-8D7511779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6" y="1318645"/>
            <a:ext cx="4365524" cy="4812997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Login page: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This is the login page.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Here user input his mail id and password.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After giving the required  credentials he can click the login button.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Now he can see the main dashboard.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095661-6660-CC02-DA9C-CC72D94E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987" y="1801594"/>
            <a:ext cx="4365524" cy="325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74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A2DA6-0C1E-BB75-DDA0-2DA60E97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1EA7-4E29-1922-4392-DDDADD89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MILESTONE - 1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B705A-9114-0557-A5B8-65A45EB0F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6" y="1318645"/>
            <a:ext cx="4365524" cy="579991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User dashboard: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This is the user dashboard page.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Here the user can manage his transactions.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I navigate section I have given a list.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I Navigation we can see Dashboard, Add Transaction, View Transactions, Budget reports.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586A80-0864-306F-98A8-3CD01A80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649" y="2117562"/>
            <a:ext cx="4365525" cy="299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5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27661-E495-530E-9A72-AB9E5C74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EC75-3CF5-3B98-6392-2486F4EB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MILESTONE - 1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14168-057A-75D9-0528-653D61398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6" y="1318645"/>
            <a:ext cx="4365524" cy="5539355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Here user can add transaction manually or upload a csv file.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User have to enter the description and amount.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Notes is optional where he can enter any more description about the transaction done.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6E53A-0165-D0FA-4469-1297CBCED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59077"/>
            <a:ext cx="4473677" cy="293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20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716" y="100289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74" y="2332037"/>
            <a:ext cx="8229600" cy="4525963"/>
          </a:xfrm>
        </p:spPr>
        <p:txBody>
          <a:bodyPr/>
          <a:lstStyle/>
          <a:p>
            <a:r>
              <a:rPr lang="en-IN" b="1" dirty="0">
                <a:solidFill>
                  <a:srgbClr val="1E1E1E"/>
                </a:solidFill>
                <a:latin typeface="Calibri"/>
              </a:rPr>
              <a:t>Transaction Categorization &amp; Basic Reporting.</a:t>
            </a:r>
            <a:endParaRPr lang="en-US" dirty="0"/>
          </a:p>
          <a:p>
            <a:r>
              <a:rPr dirty="0">
                <a:solidFill>
                  <a:srgbClr val="3C3C3C"/>
                </a:solidFill>
                <a:latin typeface="Calibri"/>
              </a:rPr>
              <a:t>Develop features to categorize transactions automatically and generate spending reports.</a:t>
            </a:r>
            <a:endParaRPr lang="en-US" dirty="0"/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The objective of this milestone is to develop features that automatically categorize financial transactions.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generate basic spending summary reports, and present data to the user.</a:t>
            </a:r>
            <a:endParaRPr lang="en-IN" dirty="0"/>
          </a:p>
          <a:p>
            <a:endParaRPr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1EFFCD-43D6-FC8F-F077-30715911771A}"/>
              </a:ext>
            </a:extLst>
          </p:cNvPr>
          <p:cNvSpPr txBox="1">
            <a:spLocks/>
          </p:cNvSpPr>
          <p:nvPr/>
        </p:nvSpPr>
        <p:spPr>
          <a:xfrm>
            <a:off x="457200" y="313300"/>
            <a:ext cx="8229600" cy="7282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1E1E1E"/>
                </a:solidFill>
                <a:latin typeface="Calibri"/>
              </a:rPr>
              <a:t>Milestone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Automated Categorization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The automated categorization system aims to classify transactions into categories such as ‘Groceries’, ‘Rent’, ‘Transport’, and others using rule-based or NLP.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Keyword matching techniques with the NLTK library can be employed to identify transaction types.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6ECE99-9F72-86D0-A118-2CD1DDFEF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53" y="430658"/>
            <a:ext cx="8232376" cy="3809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6D128F-D053-D668-A7AF-B9D64A61339E}"/>
              </a:ext>
            </a:extLst>
          </p:cNvPr>
          <p:cNvSpPr txBox="1"/>
          <p:nvPr/>
        </p:nvSpPr>
        <p:spPr>
          <a:xfrm>
            <a:off x="341353" y="4846002"/>
            <a:ext cx="81242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Here I have added the transaction when I click on the add transaction button the NLP will categorize accordingly to its category.</a:t>
            </a:r>
          </a:p>
          <a:p>
            <a:endParaRPr lang="en-US" sz="2000" dirty="0"/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Here I have given description as went to buy groceries then amount after hitting the add transaction NLP will tokenize the given description and will decide the category.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51310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NLP </a:t>
            </a:r>
            <a:r>
              <a:rPr lang="en-US" b="1" dirty="0">
                <a:solidFill>
                  <a:srgbClr val="1E1E1E"/>
                </a:solidFill>
                <a:latin typeface="Calibri"/>
              </a:rPr>
              <a:t>Implementation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Implement keyword-based NLP using NLTK.</a:t>
            </a:r>
          </a:p>
          <a:p>
            <a:r>
              <a:rPr dirty="0">
                <a:solidFill>
                  <a:srgbClr val="3C3C3C"/>
                </a:solidFill>
                <a:latin typeface="Calibri"/>
              </a:rPr>
              <a:t>Extract keywords from transaction descriptions and map them to predefined categories.</a:t>
            </a:r>
            <a:endParaRPr lang="en-US" dirty="0"/>
          </a:p>
          <a:p>
            <a:r>
              <a:rPr lang="en-IN" dirty="0">
                <a:solidFill>
                  <a:srgbClr val="3C3C3C"/>
                </a:solidFill>
                <a:latin typeface="Calibri"/>
              </a:rPr>
              <a:t>specific keywords in the transaction description map to predefined categories.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1E1E"/>
                </a:solidFill>
                <a:latin typeface="Calibri"/>
              </a:rPr>
              <a:t>Spending Summary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Use Pandas to generate reports on total spending, monthly summaries, and income vs expense analysis.</a:t>
            </a:r>
            <a:endParaRPr lang="en-US" dirty="0"/>
          </a:p>
          <a:p>
            <a:r>
              <a:rPr lang="en-IN" dirty="0">
                <a:solidFill>
                  <a:srgbClr val="3C3C3C"/>
                </a:solidFill>
                <a:latin typeface="Calibri"/>
              </a:rPr>
              <a:t>Category analysis done using pie chart using visualization tools like matplotlib and seaborn.</a:t>
            </a:r>
          </a:p>
          <a:p>
            <a:r>
              <a:rPr lang="en-IN" dirty="0">
                <a:solidFill>
                  <a:srgbClr val="3C3C3C"/>
                </a:solidFill>
                <a:latin typeface="Calibri"/>
              </a:rPr>
              <a:t>These provides a quick insight to an user so that he can estimate his future expenses.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0CB91-E8E0-F211-E53F-FAFC9291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457200" y="147484"/>
            <a:ext cx="8229600" cy="12715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E6148F-8CD2-DBAE-D2FC-A3D70F52B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4639"/>
            <a:ext cx="8229600" cy="380203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0CC60F-97BC-A1C7-DED9-C6D4A3F971FF}"/>
              </a:ext>
            </a:extLst>
          </p:cNvPr>
          <p:cNvSpPr txBox="1"/>
          <p:nvPr/>
        </p:nvSpPr>
        <p:spPr>
          <a:xfrm>
            <a:off x="629265" y="4404852"/>
            <a:ext cx="80575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This is the budget report it shows the income VS expense fore cast I have done it using the matplotlib.</a:t>
            </a:r>
          </a:p>
          <a:p>
            <a:endParaRPr lang="en-US" dirty="0"/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Here Income is the amount how much amount we have earned.</a:t>
            </a:r>
          </a:p>
          <a:p>
            <a:endParaRPr lang="en-US" dirty="0"/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Expenses are the amount where he spent and the Net is the amount is the difference of the income and expense.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36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1E1E"/>
                </a:solidFill>
                <a:latin typeface="Calibri"/>
              </a:rPr>
              <a:t>Report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 Total spending per category</a:t>
            </a:r>
          </a:p>
          <a:p>
            <a:r>
              <a:rPr dirty="0">
                <a:solidFill>
                  <a:srgbClr val="3C3C3C"/>
                </a:solidFill>
                <a:latin typeface="Calibri"/>
              </a:rPr>
              <a:t> Income vs Expense over time</a:t>
            </a:r>
            <a:endParaRPr lang="en-US" dirty="0"/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Expense categories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Income sources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9608E-ED75-3213-EC93-449945F8B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13" y="4035028"/>
            <a:ext cx="4232787" cy="2445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923A77-F5CD-723D-69BD-5E5557237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297" y="4035028"/>
            <a:ext cx="4031226" cy="2445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Data Analysis Using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Perform data grouping, aggregation, and visualization for insights.</a:t>
            </a:r>
            <a:endParaRPr lang="en-US" dirty="0"/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These summarized results will then be visualized through charts and graphs.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1A3A4-D5F3-4D41-5278-9ED67203E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9" y="3771116"/>
            <a:ext cx="5083277" cy="2973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Visualization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Use Matplotlib for creating visual summaries (pie/bar charts).</a:t>
            </a:r>
            <a:endParaRPr lang="en-US" dirty="0"/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The primary tool is Matplotlib, used for creating the core line plots to visualize historical and forecasted trends.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These libraries work together to generate clear line charts , bar graphs, pie charts showing the budget forecast over time.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1E1E"/>
                </a:solidFill>
                <a:latin typeface="Calibri"/>
              </a:rP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solidFill>
                  <a:srgbClr val="1E1E1E"/>
                </a:solidFill>
                <a:latin typeface="Calibri"/>
              </a:rPr>
              <a:t>Automated categorization and reporting system that simplifies financial tracking and improves user insights.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D9D9D-A1AB-E644-6D12-AB9731EF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15" y="3275053"/>
            <a:ext cx="6621165" cy="30336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8E0DF-49D6-1159-007A-922DB6645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65DC-7D06-63E1-9CDF-C61A591D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Admin Login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CE819-6A0B-CD5C-754A-C5E2E0258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By using admin Login credentials an admin can be able to login.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D369D-8B6A-3754-7A8D-F87947BF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794" y="3113147"/>
            <a:ext cx="4075471" cy="275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78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E23E4-59EA-E3F0-C9B1-B3624E2D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77711-5F05-E608-0159-79BAC0F93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1E1E"/>
                </a:solidFill>
                <a:latin typeface="Calibri"/>
              </a:rPr>
              <a:t>Admin 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5B59-5ABD-0E4E-B1E3-8F8207DEB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Control center for administrators</a:t>
            </a:r>
          </a:p>
          <a:p>
            <a:r>
              <a:rPr dirty="0">
                <a:solidFill>
                  <a:srgbClr val="3C3C3C"/>
                </a:solidFill>
                <a:latin typeface="Calibri"/>
              </a:rPr>
              <a:t>Monitor users, transactions &amp;</a:t>
            </a:r>
            <a:r>
              <a:rPr lang="en-US" dirty="0">
                <a:solidFill>
                  <a:srgbClr val="3C3C3C"/>
                </a:solidFill>
                <a:latin typeface="Calibri"/>
              </a:rPr>
              <a:t>able to change the category.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Admin can see total </a:t>
            </a:r>
          </a:p>
          <a:p>
            <a:pPr marL="0" indent="0">
              <a:buNone/>
            </a:pPr>
            <a:r>
              <a:rPr lang="en-US" dirty="0">
                <a:solidFill>
                  <a:srgbClr val="3C3C3C"/>
                </a:solidFill>
                <a:latin typeface="Calibri"/>
              </a:rPr>
              <a:t>    number of users &amp;</a:t>
            </a:r>
          </a:p>
          <a:p>
            <a:pPr marL="0" indent="0">
              <a:buNone/>
            </a:pPr>
            <a:r>
              <a:rPr lang="en-US" dirty="0">
                <a:solidFill>
                  <a:srgbClr val="3C3C3C"/>
                </a:solidFill>
                <a:latin typeface="Calibri"/>
              </a:rPr>
              <a:t>    active users 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EF11E-9E5B-E643-3506-FF0FB72C5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529" y="3128334"/>
            <a:ext cx="4768645" cy="285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4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380647"/>
            <a:ext cx="8229600" cy="208270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Platform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014" y="1397972"/>
            <a:ext cx="8229600" cy="5209386"/>
          </a:xfrm>
        </p:spPr>
        <p:txBody>
          <a:bodyPr/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Here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Here user can see top 10 transaction category where money has spent by user.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We can also see total number of Income &amp; Expense categories.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69DE6-71ED-5347-C65C-F68BB37EF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16" y="250642"/>
            <a:ext cx="8402196" cy="401844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1E1E"/>
                </a:solidFill>
                <a:latin typeface="Calibri"/>
              </a:rPr>
              <a:t>Admin functions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b="1" dirty="0">
                <a:solidFill>
                  <a:srgbClr val="1E1E1E"/>
                </a:solidFill>
                <a:latin typeface="Calibri"/>
              </a:rPr>
              <a:t>Monthly registrations</a:t>
            </a:r>
            <a:r>
              <a:rPr lang="en-US" b="1" dirty="0">
                <a:solidFill>
                  <a:srgbClr val="1E1E1E"/>
                </a:solidFill>
                <a:latin typeface="Calibri"/>
              </a:rPr>
              <a:t> – Here admin can see how many transactions are done this month.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How many new user have registered newly.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Admin can see how many active users are there.</a:t>
            </a:r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Active users are categorized like in past 30 days if he have logged in once then he is a active user.</a:t>
            </a:r>
            <a:endParaRPr dirty="0"/>
          </a:p>
          <a:p>
            <a:r>
              <a:rPr lang="en-US" dirty="0">
                <a:solidFill>
                  <a:srgbClr val="3C3C3C"/>
                </a:solidFill>
                <a:latin typeface="Calibri"/>
              </a:rPr>
              <a:t>I he hadn’t logged into our website in past 30 days then he is considered as inactive user.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713</Words>
  <Application>Microsoft Office PowerPoint</Application>
  <PresentationFormat>On-screen Show (4:3)</PresentationFormat>
  <Paragraphs>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MILESTONE - 1</vt:lpstr>
      <vt:lpstr>MILESTONE - 1</vt:lpstr>
      <vt:lpstr>MILESTONE - 1</vt:lpstr>
      <vt:lpstr>MILESTONE - 1</vt:lpstr>
      <vt:lpstr>Objective</vt:lpstr>
      <vt:lpstr>Automated Categorization</vt:lpstr>
      <vt:lpstr>PowerPoint Presentation</vt:lpstr>
      <vt:lpstr>NLP Implementation</vt:lpstr>
      <vt:lpstr>Spending Summary Reports</vt:lpstr>
      <vt:lpstr>.</vt:lpstr>
      <vt:lpstr>Report Features</vt:lpstr>
      <vt:lpstr>Data Analysis Using Pandas</vt:lpstr>
      <vt:lpstr>Visualization Tools</vt:lpstr>
      <vt:lpstr>Expected Outcome</vt:lpstr>
      <vt:lpstr>Admin Login</vt:lpstr>
      <vt:lpstr>Admin Dashboard Overview</vt:lpstr>
      <vt:lpstr>Platform Overview</vt:lpstr>
      <vt:lpstr>Admin functions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geetha muddanaboina</cp:lastModifiedBy>
  <cp:revision>1</cp:revision>
  <dcterms:created xsi:type="dcterms:W3CDTF">2013-01-27T09:14:16Z</dcterms:created>
  <dcterms:modified xsi:type="dcterms:W3CDTF">2025-11-21T12:33:42Z</dcterms:modified>
  <cp:category/>
</cp:coreProperties>
</file>